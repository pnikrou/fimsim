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BE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3"/>
    <p:restoredTop sz="94658"/>
  </p:normalViewPr>
  <p:slideViewPr>
    <p:cSldViewPr snapToGrid="0">
      <p:cViewPr varScale="1">
        <p:scale>
          <a:sx n="116" d="100"/>
          <a:sy n="116" d="100"/>
        </p:scale>
        <p:origin x="13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F0B6C-FEC8-E4F1-B968-35B0B3F088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79D189-091B-4751-8AD1-A8DC899083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4EB31-7D3D-9F57-7FF5-317AC5586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6B8B1-C3B5-1E47-8963-6B69507A8013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8D801-0D30-45DC-7284-709CA1B2A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DFCB3-0C05-75E0-042A-962BA0AD8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CAAD0-349F-6041-887D-4E5F36AEF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685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ACB9C-36F6-EC22-7B96-D19A526BD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1E095-4F2D-D622-9F89-D5E70D1F7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52772-076A-867C-FA74-11048EEC1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6B8B1-C3B5-1E47-8963-6B69507A8013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C789A-ED81-D1C1-7C9C-16941317B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4184E-4220-06BB-26B5-89095D54A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CAAD0-349F-6041-887D-4E5F36AEF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508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34D37-DCF2-A442-7670-9932B2714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3E54D6-3F67-3E64-B4BA-2710138E7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F53C3-AA98-D329-A7DB-7D9EE7516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6B8B1-C3B5-1E47-8963-6B69507A8013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65784-D27B-32D0-8AC8-EE8E3B9FB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6B7D2-2E28-5C71-E572-E75D2A7C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CAAD0-349F-6041-887D-4E5F36AEF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839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67463-A4F7-4A01-CF27-705F03BB4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C4224-64CA-4E25-DF0A-C97B7309D8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48470B-9122-262B-2EBD-EA2D5753A4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CFD446-76E8-F525-0EA3-845DDF1B0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6B8B1-C3B5-1E47-8963-6B69507A8013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C21A57-52C3-A9D9-12C2-C1B2D2398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7B9C43-75A1-FD99-EF72-FC278F837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CAAD0-349F-6041-887D-4E5F36AEF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438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EB71C-99CC-A0BC-4A4E-28F771DB9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0A2FB1-7CC6-08B4-48EC-F49DD0CDF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F00A71-0DBB-E2B8-74EB-B44ADC552E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D5A846-C1DC-00FD-0F05-C6EFF1D636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A2E63C-AFBB-D034-E69F-494F108169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4EBC8C-48E6-6567-1C34-3302C03FE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6B8B1-C3B5-1E47-8963-6B69507A8013}" type="datetimeFigureOut">
              <a:rPr lang="en-US" smtClean="0"/>
              <a:t>6/10/26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1D1730-9D23-6216-0818-B07D90330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D34C0D-A513-A108-C71F-6149CE983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CAAD0-349F-6041-887D-4E5F36AEF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640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1514A-1829-387F-0646-ABB142AAE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A2B6B9-9AD1-B5AD-866A-6CBB98CFC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6B8B1-C3B5-1E47-8963-6B69507A8013}" type="datetimeFigureOut">
              <a:rPr lang="en-US" smtClean="0"/>
              <a:t>6/10/26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66FB3-7044-EC23-8C51-26940F63E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DF224-B69F-8BA6-9F7B-FFC931290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CAAD0-349F-6041-887D-4E5F36AEF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876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FABA0E-D88D-303F-C4ED-DDE6E5839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6B8B1-C3B5-1E47-8963-6B69507A8013}" type="datetimeFigureOut">
              <a:rPr lang="en-US" smtClean="0"/>
              <a:t>6/10/26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608414-3ABC-83EA-3387-3BB3C26C8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B52CD-0ED2-2BC1-A778-E5E944D67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CAAD0-349F-6041-887D-4E5F36AEF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455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D14DA-11ED-0C82-DA9F-076C4D7CF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32C3F-18CC-7E25-C026-B387BCC7F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193E8-AA24-2CDA-F1CF-A9550EEE8B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69C435-CFD9-7478-2B97-15163A0ED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6B8B1-C3B5-1E47-8963-6B69507A8013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D96659-09D7-9A6B-9D5B-48F9ED6F9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D00337-1AEE-7114-6541-50B2AB78A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CAAD0-349F-6041-887D-4E5F36AEF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000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E471-68F2-9528-79EE-E620858E5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A74030-EF46-BD00-8D79-9111F2278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73F08F-9F1A-3F0C-B792-CB0289AC6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FC5C72-3757-E6B3-079E-67300F794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6B8B1-C3B5-1E47-8963-6B69507A8013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715C0F-6AD6-EB25-F038-FF7FF24B1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A95621-71E0-1390-E24B-011C8662B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CAAD0-349F-6041-887D-4E5F36AEF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273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6CAE8-05DD-9B03-BD56-1B7687C0C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CB127F-97EC-679D-C9E0-EEC639DAAF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41DA3-A084-FDEC-4D32-76F56098C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6B8B1-C3B5-1E47-8963-6B69507A8013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EE6D5-F07F-56BC-B945-2CE0275BD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4BDA3-9C72-DAD7-37B1-9A9420D5E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CAAD0-349F-6041-887D-4E5F36AEF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39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83B13F-1964-22B7-F585-5B2CF25C49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B359BE-94A6-C6DF-45EC-E4811A381B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93127-E7A5-9AEF-F971-8FFA1B8E7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6B8B1-C3B5-1E47-8963-6B69507A8013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4DED2-9E40-CF24-BD78-EEF8EB992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59D940-E509-3EDD-5CB5-D798F1E27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CAAD0-349F-6041-887D-4E5F36AEF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395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37174B-935D-C1A9-6BBD-35AD213A2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6F78BF-1D43-BAF6-CB14-1E6594B63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48614-3DE9-B1C5-DD2C-2626F74F10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46B8B1-C3B5-1E47-8963-6B69507A8013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BC12C-B9AC-3135-AD4E-A594F6BD09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B3F22-1EA7-9A41-8BF2-189E94679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CCAAD0-349F-6041-887D-4E5F36AEF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424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2A9F45-4EA3-A7DA-ED00-6FA926C5777F}"/>
              </a:ext>
            </a:extLst>
          </p:cNvPr>
          <p:cNvSpPr/>
          <p:nvPr/>
        </p:nvSpPr>
        <p:spPr>
          <a:xfrm>
            <a:off x="1123367" y="1718441"/>
            <a:ext cx="3894082" cy="5202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480B7B-21D9-BA09-7616-C15C71586722}"/>
              </a:ext>
            </a:extLst>
          </p:cNvPr>
          <p:cNvSpPr txBox="1"/>
          <p:nvPr/>
        </p:nvSpPr>
        <p:spPr>
          <a:xfrm>
            <a:off x="1142086" y="1773097"/>
            <a:ext cx="3797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Independent Hydraulic Model Inputs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FA32B7-B9FF-FE4A-75E7-0F1C394A1A19}"/>
              </a:ext>
            </a:extLst>
          </p:cNvPr>
          <p:cNvSpPr/>
          <p:nvPr/>
        </p:nvSpPr>
        <p:spPr>
          <a:xfrm>
            <a:off x="6693790" y="1718441"/>
            <a:ext cx="3894082" cy="520262"/>
          </a:xfrm>
          <a:prstGeom prst="rect">
            <a:avLst/>
          </a:prstGeom>
          <a:solidFill>
            <a:srgbClr val="9ABE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7C1102-FAF6-B82C-7BE5-0B455C2CEA88}"/>
              </a:ext>
            </a:extLst>
          </p:cNvPr>
          <p:cNvSpPr txBox="1"/>
          <p:nvPr/>
        </p:nvSpPr>
        <p:spPr>
          <a:xfrm>
            <a:off x="7443671" y="1793906"/>
            <a:ext cx="2433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Flood Mapping Models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4E0793-714D-EB04-7C1A-A06F94EA8419}"/>
              </a:ext>
            </a:extLst>
          </p:cNvPr>
          <p:cNvSpPr/>
          <p:nvPr/>
        </p:nvSpPr>
        <p:spPr>
          <a:xfrm>
            <a:off x="128928" y="2803633"/>
            <a:ext cx="991620" cy="5202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C1ED7B-263D-B697-A9D2-7FE6FE8EC6CF}"/>
              </a:ext>
            </a:extLst>
          </p:cNvPr>
          <p:cNvSpPr/>
          <p:nvPr/>
        </p:nvSpPr>
        <p:spPr>
          <a:xfrm>
            <a:off x="1164863" y="2803633"/>
            <a:ext cx="1797302" cy="5202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EDDB90-8BA4-9162-7795-3363681BC29C}"/>
              </a:ext>
            </a:extLst>
          </p:cNvPr>
          <p:cNvSpPr/>
          <p:nvPr/>
        </p:nvSpPr>
        <p:spPr>
          <a:xfrm>
            <a:off x="3015168" y="2803633"/>
            <a:ext cx="1051624" cy="5202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359739-291D-083B-D9B6-57AF4FC468B9}"/>
              </a:ext>
            </a:extLst>
          </p:cNvPr>
          <p:cNvSpPr/>
          <p:nvPr/>
        </p:nvSpPr>
        <p:spPr>
          <a:xfrm>
            <a:off x="4133833" y="2803633"/>
            <a:ext cx="1859249" cy="5202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EE58B9-A65E-412C-C73F-8C3B2220B3A8}"/>
              </a:ext>
            </a:extLst>
          </p:cNvPr>
          <p:cNvSpPr txBox="1"/>
          <p:nvPr/>
        </p:nvSpPr>
        <p:spPr>
          <a:xfrm>
            <a:off x="297565" y="2879098"/>
            <a:ext cx="62709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/>
              <a:t>DEM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22032F-65B7-579B-90F7-4BF30126103C}"/>
              </a:ext>
            </a:extLst>
          </p:cNvPr>
          <p:cNvSpPr txBox="1"/>
          <p:nvPr/>
        </p:nvSpPr>
        <p:spPr>
          <a:xfrm>
            <a:off x="1152139" y="2887178"/>
            <a:ext cx="172380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/>
              <a:t>LULC &amp; Manning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3E8398-0539-5BAA-A96F-4AD230669BC6}"/>
              </a:ext>
            </a:extLst>
          </p:cNvPr>
          <p:cNvSpPr txBox="1"/>
          <p:nvPr/>
        </p:nvSpPr>
        <p:spPr>
          <a:xfrm>
            <a:off x="3046759" y="2879098"/>
            <a:ext cx="97283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/>
              <a:t>Flowline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4EE1AF-B1BB-99AF-73E9-3E9729B325A2}"/>
              </a:ext>
            </a:extLst>
          </p:cNvPr>
          <p:cNvSpPr txBox="1"/>
          <p:nvPr/>
        </p:nvSpPr>
        <p:spPr>
          <a:xfrm>
            <a:off x="4143473" y="2887178"/>
            <a:ext cx="175400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/>
              <a:t>Streamflow Data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7F190B-3CD2-A6DD-1ED7-529DDB8004AB}"/>
              </a:ext>
            </a:extLst>
          </p:cNvPr>
          <p:cNvSpPr/>
          <p:nvPr/>
        </p:nvSpPr>
        <p:spPr>
          <a:xfrm>
            <a:off x="6427392" y="2803633"/>
            <a:ext cx="1779129" cy="52026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FDFA3B-FFA0-877E-8489-3C146348FCCB}"/>
              </a:ext>
            </a:extLst>
          </p:cNvPr>
          <p:cNvSpPr txBox="1"/>
          <p:nvPr/>
        </p:nvSpPr>
        <p:spPr>
          <a:xfrm>
            <a:off x="6542481" y="2887178"/>
            <a:ext cx="154895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LISFLOOD-FP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3AD242-1281-E7B3-7095-B7FFAFB9D9AB}"/>
              </a:ext>
            </a:extLst>
          </p:cNvPr>
          <p:cNvSpPr/>
          <p:nvPr/>
        </p:nvSpPr>
        <p:spPr>
          <a:xfrm>
            <a:off x="9170630" y="2803633"/>
            <a:ext cx="1779129" cy="52026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C802F7-5E3A-25D1-FA8F-A8F822EE0E6F}"/>
              </a:ext>
            </a:extLst>
          </p:cNvPr>
          <p:cNvSpPr txBox="1"/>
          <p:nvPr/>
        </p:nvSpPr>
        <p:spPr>
          <a:xfrm>
            <a:off x="9532953" y="2890657"/>
            <a:ext cx="930191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TRITON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AB1D0FB-79E7-20FF-CEEA-4ECAF2505DFB}"/>
              </a:ext>
            </a:extLst>
          </p:cNvPr>
          <p:cNvSpPr/>
          <p:nvPr/>
        </p:nvSpPr>
        <p:spPr>
          <a:xfrm>
            <a:off x="6008160" y="3523594"/>
            <a:ext cx="2624328" cy="122529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1A9694-7EC4-969B-5226-EC1926BC6034}"/>
              </a:ext>
            </a:extLst>
          </p:cNvPr>
          <p:cNvSpPr txBox="1"/>
          <p:nvPr/>
        </p:nvSpPr>
        <p:spPr>
          <a:xfrm>
            <a:off x="6122634" y="3485481"/>
            <a:ext cx="2479611" cy="1231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700" dirty="0"/>
              <a:t>Downloads all inputs: </a:t>
            </a:r>
          </a:p>
          <a:p>
            <a:pPr>
              <a:lnSpc>
                <a:spcPct val="150000"/>
              </a:lnSpc>
            </a:pPr>
            <a:r>
              <a:rPr lang="en-US" sz="1700" dirty="0"/>
              <a:t>*.bci, *.bdy, *.par, DEM and Friction ASCII grid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F835315-AF03-B44E-99C4-8CABBAA4A490}"/>
              </a:ext>
            </a:extLst>
          </p:cNvPr>
          <p:cNvSpPr/>
          <p:nvPr/>
        </p:nvSpPr>
        <p:spPr>
          <a:xfrm>
            <a:off x="8754112" y="3523594"/>
            <a:ext cx="2624524" cy="120437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00ED0F-7D16-81D6-0B67-0742C8CB4782}"/>
              </a:ext>
            </a:extLst>
          </p:cNvPr>
          <p:cNvSpPr txBox="1"/>
          <p:nvPr/>
        </p:nvSpPr>
        <p:spPr>
          <a:xfrm>
            <a:off x="8836092" y="3474946"/>
            <a:ext cx="2584217" cy="1231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700" dirty="0"/>
              <a:t>Downloads all inputs: </a:t>
            </a:r>
          </a:p>
          <a:p>
            <a:pPr>
              <a:lnSpc>
                <a:spcPct val="150000"/>
              </a:lnSpc>
            </a:pPr>
            <a:r>
              <a:rPr lang="en-US" sz="1700" dirty="0"/>
              <a:t>*.extbc, *.hyg, *.cfg, DEM and Friction ASCII grid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D84DCC8-6A4E-1F37-3D83-FB0FD23FDA7A}"/>
              </a:ext>
            </a:extLst>
          </p:cNvPr>
          <p:cNvSpPr/>
          <p:nvPr/>
        </p:nvSpPr>
        <p:spPr>
          <a:xfrm>
            <a:off x="6004810" y="4898895"/>
            <a:ext cx="2624328" cy="145751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06EC934-728A-1A4B-76CE-BC5DF027E87B}"/>
              </a:ext>
            </a:extLst>
          </p:cNvPr>
          <p:cNvSpPr/>
          <p:nvPr/>
        </p:nvSpPr>
        <p:spPr>
          <a:xfrm>
            <a:off x="8754113" y="4907773"/>
            <a:ext cx="2624524" cy="14486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5E9D674-1ECC-4BE4-D8C2-2047A4206DE5}"/>
              </a:ext>
            </a:extLst>
          </p:cNvPr>
          <p:cNvSpPr txBox="1"/>
          <p:nvPr/>
        </p:nvSpPr>
        <p:spPr>
          <a:xfrm>
            <a:off x="8727478" y="4968670"/>
            <a:ext cx="2624524" cy="136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Run the model on Cloud</a:t>
            </a:r>
          </a:p>
          <a:p>
            <a:pPr algn="ctr"/>
            <a:r>
              <a:rPr lang="en-US" sz="1600" dirty="0"/>
              <a:t> &amp; </a:t>
            </a:r>
          </a:p>
          <a:p>
            <a:pPr algn="ctr">
              <a:lnSpc>
                <a:spcPct val="150000"/>
              </a:lnSpc>
            </a:pPr>
            <a:r>
              <a:rPr lang="en-US" sz="1700" dirty="0"/>
              <a:t>save flood depth and velocity rasters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4B292D0-1A0D-C86A-5AE6-2413FE7B8B20}"/>
              </a:ext>
            </a:extLst>
          </p:cNvPr>
          <p:cNvSpPr/>
          <p:nvPr/>
        </p:nvSpPr>
        <p:spPr>
          <a:xfrm>
            <a:off x="3982546" y="520262"/>
            <a:ext cx="3767959" cy="96169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FIMsim</a:t>
            </a:r>
          </a:p>
        </p:txBody>
      </p: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AE258B8A-2F21-CC9C-B792-27C2DCCD27C5}"/>
              </a:ext>
            </a:extLst>
          </p:cNvPr>
          <p:cNvCxnSpPr>
            <a:stCxn id="4" idx="2"/>
            <a:endCxn id="8" idx="0"/>
          </p:cNvCxnSpPr>
          <p:nvPr/>
        </p:nvCxnSpPr>
        <p:spPr>
          <a:xfrm rot="5400000">
            <a:off x="1565108" y="1298333"/>
            <a:ext cx="564930" cy="244567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21B12C7F-78C4-7672-9741-1FBFE27D4CF2}"/>
              </a:ext>
            </a:extLst>
          </p:cNvPr>
          <p:cNvCxnSpPr>
            <a:cxnSpLocks/>
            <a:stCxn id="4" idx="2"/>
            <a:endCxn id="11" idx="0"/>
          </p:cNvCxnSpPr>
          <p:nvPr/>
        </p:nvCxnSpPr>
        <p:spPr>
          <a:xfrm rot="16200000" flipH="1">
            <a:off x="3784468" y="1524643"/>
            <a:ext cx="564930" cy="199305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5D1F913F-89B7-7BBA-11FA-9CF72D8A367B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 rot="5400000">
            <a:off x="2284496" y="2017721"/>
            <a:ext cx="564930" cy="100689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76E59682-924A-3324-14BE-DD2C37D03237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 rot="16200000" flipH="1">
            <a:off x="3023229" y="2285882"/>
            <a:ext cx="564930" cy="47057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FA04AE19-3B5C-AFD9-F39C-6E8CA9FE0871}"/>
              </a:ext>
            </a:extLst>
          </p:cNvPr>
          <p:cNvCxnSpPr>
            <a:stCxn id="6" idx="2"/>
            <a:endCxn id="16" idx="0"/>
          </p:cNvCxnSpPr>
          <p:nvPr/>
        </p:nvCxnSpPr>
        <p:spPr>
          <a:xfrm rot="5400000">
            <a:off x="7696429" y="1859231"/>
            <a:ext cx="564930" cy="132387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173FBA6A-3DB9-FFBC-5586-881204A0EB4B}"/>
              </a:ext>
            </a:extLst>
          </p:cNvPr>
          <p:cNvCxnSpPr>
            <a:stCxn id="6" idx="2"/>
            <a:endCxn id="18" idx="0"/>
          </p:cNvCxnSpPr>
          <p:nvPr/>
        </p:nvCxnSpPr>
        <p:spPr>
          <a:xfrm rot="16200000" flipH="1">
            <a:off x="9068048" y="1811486"/>
            <a:ext cx="564930" cy="141936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B69CBE8-C1ED-10D1-0B11-2ED207235AB9}"/>
              </a:ext>
            </a:extLst>
          </p:cNvPr>
          <p:cNvCxnSpPr>
            <a:stCxn id="16" idx="2"/>
            <a:endCxn id="20" idx="0"/>
          </p:cNvCxnSpPr>
          <p:nvPr/>
        </p:nvCxnSpPr>
        <p:spPr>
          <a:xfrm>
            <a:off x="7316957" y="3323895"/>
            <a:ext cx="3367" cy="1996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3D24BF9-27B1-E544-BE95-B9E8DBD8EDCB}"/>
              </a:ext>
            </a:extLst>
          </p:cNvPr>
          <p:cNvCxnSpPr>
            <a:cxnSpLocks/>
            <a:stCxn id="20" idx="2"/>
            <a:endCxn id="26" idx="0"/>
          </p:cNvCxnSpPr>
          <p:nvPr/>
        </p:nvCxnSpPr>
        <p:spPr>
          <a:xfrm flipH="1">
            <a:off x="7316974" y="4748890"/>
            <a:ext cx="3350" cy="1500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EE53913-F4A6-FE5B-3B96-F203C64B3EC0}"/>
              </a:ext>
            </a:extLst>
          </p:cNvPr>
          <p:cNvCxnSpPr>
            <a:cxnSpLocks/>
            <a:stCxn id="18" idx="2"/>
            <a:endCxn id="24" idx="0"/>
          </p:cNvCxnSpPr>
          <p:nvPr/>
        </p:nvCxnSpPr>
        <p:spPr>
          <a:xfrm>
            <a:off x="10060195" y="3323895"/>
            <a:ext cx="6179" cy="1996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2A642CC-5017-6D3B-0C50-5A565DCB46FD}"/>
              </a:ext>
            </a:extLst>
          </p:cNvPr>
          <p:cNvCxnSpPr>
            <a:cxnSpLocks/>
            <a:stCxn id="24" idx="2"/>
            <a:endCxn id="30" idx="0"/>
          </p:cNvCxnSpPr>
          <p:nvPr/>
        </p:nvCxnSpPr>
        <p:spPr>
          <a:xfrm>
            <a:off x="10066374" y="4727972"/>
            <a:ext cx="1" cy="1798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urved Connector 69">
            <a:extLst>
              <a:ext uri="{FF2B5EF4-FFF2-40B4-BE49-F238E27FC236}">
                <a16:creationId xmlns:a16="http://schemas.microsoft.com/office/drawing/2014/main" id="{2BCAA7D9-9245-5EDF-1EC2-88F791685B51}"/>
              </a:ext>
            </a:extLst>
          </p:cNvPr>
          <p:cNvCxnSpPr>
            <a:stCxn id="32" idx="2"/>
            <a:endCxn id="4" idx="0"/>
          </p:cNvCxnSpPr>
          <p:nvPr/>
        </p:nvCxnSpPr>
        <p:spPr>
          <a:xfrm rot="10800000" flipV="1">
            <a:off x="3070408" y="1001111"/>
            <a:ext cx="912138" cy="717330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urved Connector 71">
            <a:extLst>
              <a:ext uri="{FF2B5EF4-FFF2-40B4-BE49-F238E27FC236}">
                <a16:creationId xmlns:a16="http://schemas.microsoft.com/office/drawing/2014/main" id="{72E95614-461B-71EC-FA57-C484E6044CB8}"/>
              </a:ext>
            </a:extLst>
          </p:cNvPr>
          <p:cNvCxnSpPr>
            <a:stCxn id="32" idx="6"/>
            <a:endCxn id="6" idx="0"/>
          </p:cNvCxnSpPr>
          <p:nvPr/>
        </p:nvCxnSpPr>
        <p:spPr>
          <a:xfrm>
            <a:off x="7750505" y="1001111"/>
            <a:ext cx="890326" cy="717330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90FF1AD8-BCF5-7DC1-1682-AB73856EA0CD}"/>
              </a:ext>
            </a:extLst>
          </p:cNvPr>
          <p:cNvSpPr txBox="1"/>
          <p:nvPr/>
        </p:nvSpPr>
        <p:spPr>
          <a:xfrm>
            <a:off x="6017932" y="4968669"/>
            <a:ext cx="2624524" cy="136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Run the model on Cloud</a:t>
            </a:r>
          </a:p>
          <a:p>
            <a:pPr algn="ctr"/>
            <a:r>
              <a:rPr lang="en-US" sz="1600" dirty="0"/>
              <a:t> &amp; </a:t>
            </a:r>
          </a:p>
          <a:p>
            <a:pPr algn="ctr">
              <a:lnSpc>
                <a:spcPct val="150000"/>
              </a:lnSpc>
            </a:pPr>
            <a:r>
              <a:rPr lang="en-US" sz="1700" dirty="0"/>
              <a:t>save flood depth and velocity rasters</a:t>
            </a:r>
          </a:p>
        </p:txBody>
      </p:sp>
    </p:spTree>
    <p:extLst>
      <p:ext uri="{BB962C8B-B14F-4D97-AF65-F5344CB8AC3E}">
        <p14:creationId xmlns:p14="http://schemas.microsoft.com/office/powerpoint/2010/main" val="1713105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1217</TotalTime>
  <Words>79</Words>
  <Application>Microsoft Macintosh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parvaneh nikrou</dc:creator>
  <cp:lastModifiedBy>parvaneh nikrou</cp:lastModifiedBy>
  <cp:revision>3</cp:revision>
  <dcterms:created xsi:type="dcterms:W3CDTF">2026-06-09T22:56:26Z</dcterms:created>
  <dcterms:modified xsi:type="dcterms:W3CDTF">2026-06-10T19:21:19Z</dcterms:modified>
</cp:coreProperties>
</file>